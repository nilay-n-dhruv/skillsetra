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Engineering Study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Competra AI • competency-first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and response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and retrieval boundaries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use and structured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Safety, privacy and failure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Provider/model selection and fallback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this topic to build evidence, practice an applied task, and explain your reasoning.</a:t>
            </a:r>
          </a:p>
          <a:p>
            <a:pPr/>
            <a:r>
              <a:t>Key questions to answer</a:t>
            </a:r>
          </a:p>
          <a:p>
            <a:pPr/>
            <a:r>
              <a:t>Evidence or artifact to create</a:t>
            </a:r>
          </a:p>
          <a:p>
            <a:pPr/>
            <a:r>
              <a:t>Common failure mode</a:t>
            </a:r>
          </a:p>
          <a:p>
            <a:pPr/>
            <a:r>
              <a:t>Suggested next practice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