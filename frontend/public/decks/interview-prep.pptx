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Interview Prep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Competra AI • competency-first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structure an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STAR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deep dives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Follow-up questions and self-review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