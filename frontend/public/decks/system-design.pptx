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Design Interview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Competra AI • competency-first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and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and traffic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and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 and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and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Trade-offs and architecture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